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1625-2860-4EE3-87DA-C4B192932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5D0B0-E444-4C23-84CF-467DD5C87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E617C-3032-46C5-8189-36EA77D9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29A7B-3D1C-419E-88CB-44775C5C9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D2E5C-9F9B-4673-91CD-29133027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9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5BD7-E5C8-4A3C-8A16-6493B0F1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BBAE8-DBF6-40E1-93E0-D19FAF2F9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0DE44-7A49-4FD1-9CB1-F885FE013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6E7B5-3855-4CFE-8FA9-1C4D8D63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03053-010A-41BE-849B-E0961FAF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6254E-8DCB-48A5-B638-0BF166360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4C711-7DB4-4AF2-91C7-A7C4AF6A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21CA8-F8B5-47CC-B9A6-F53D33AE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5B5F0-D3C9-4885-BDEA-F9D802F4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5BB1F-FCA7-4363-A177-BAEAEB03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4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BEF0-6B31-49FF-B031-7B008B85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F8AA1-05E5-446E-89B9-8A08EFE35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BDAA3-976C-4BFB-9ABD-EEBEC282D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3CE7C-662D-47F9-86BA-1A6E2EE6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17D24-1716-49CE-89C9-EF3A32EB5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5B08A-895A-4D50-B56C-95456629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8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2F80-972D-441F-A54F-5B0440D7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CC487-B1AC-43B3-A547-B80C798DE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FCEF5-16F1-49D1-AF66-D6E71025E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C5D1A-B12D-451D-A8E0-40806008C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7A712-7593-4E02-8FB4-7038CEB99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C12C6F-B2E1-4A2C-8DF3-B5A0FCC7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F4C5A-C405-4559-AE56-24222D1C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B5B443-040D-42EE-A260-B4A2CDB2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5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1107A-4437-4718-9C06-417A9728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327EB-B463-47FF-9A8A-7E2B424B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D8A6B-F51B-4C53-B999-90A65C44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A2292-777F-4C2E-BAD0-AF6F080F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8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99B59-0604-47CF-BE8F-E1BD7143F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FB5D5-EDB8-486D-81DF-2E064B70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10BEC-60AE-4BEF-B9A9-8067DA4F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5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26CB-026B-4317-9EF1-D97EEC21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10567-C90D-4E39-B67D-0CEF60985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B235B-6BD4-4E0B-A2A8-8F5ED92BC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60993-C77D-428C-A095-AB03468D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40191-8872-4F01-B198-EA4E0D4B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76BB3-F30A-489D-AFF1-F2E1E4C6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89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2125-F16A-4E79-82A9-DB9DA456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D75E3-7695-4DF5-ADC5-E12E12604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83E16-376C-4960-8739-DBAF89FD2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09793-FB35-4EF5-8573-87D804C03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CFA2A-6E15-4811-810C-809311548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B46C0-3806-4DA3-BF77-C740564E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0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493F-1844-4BB2-8972-AD42B5D0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DC8FF-D90E-42AA-937D-B56F18F3E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93475-3278-4D0E-9997-0DDB7B52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FFDA2-02E0-4E48-A720-04E81B601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2BAEF-27FA-484D-A285-E863F336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0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84CD4-8B31-4138-ACF7-E008B2DD4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946FA-2341-40BE-AC8A-396AB90ED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F88C6-8B04-4871-8CD0-F520AC70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8F61-0B12-435A-B0D7-0B402C88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32779-2FF6-4481-9BBE-70FA4300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0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B63DD1-02E9-45BA-ACFA-D35AA6E0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962F8-16DA-409C-8B9E-F2326BF03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FED34-46A0-427E-B600-3A114627D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472B4-9AAE-460F-9D84-76B68D89A32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7ECD7-D9E1-439A-9B0A-840CBAB89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0686E-70B5-4E64-A2B1-7428DA0AA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C21AE-E370-41A7-B047-C424CFA3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6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AECB-F03A-4695-A688-442951CCF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A9622-4291-4C90-8459-FD23BC184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D0D99-8FE4-4418-B2E4-4E393C5B1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34"/>
            <a:ext cx="12192000" cy="682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41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6D916C-0F70-4CD8-8778-3B6A52D87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7048" cy="6858000"/>
          </a:xfrm>
        </p:spPr>
      </p:pic>
    </p:spTree>
    <p:extLst>
      <p:ext uri="{BB962C8B-B14F-4D97-AF65-F5344CB8AC3E}">
        <p14:creationId xmlns:p14="http://schemas.microsoft.com/office/powerpoint/2010/main" val="962947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858B9D-D628-435B-9805-83F9D5A37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2428"/>
            <a:ext cx="12323686" cy="6930427"/>
          </a:xfrm>
        </p:spPr>
      </p:pic>
    </p:spTree>
    <p:extLst>
      <p:ext uri="{BB962C8B-B14F-4D97-AF65-F5344CB8AC3E}">
        <p14:creationId xmlns:p14="http://schemas.microsoft.com/office/powerpoint/2010/main" val="1963917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8FA9A8-B1CC-428C-97F1-0B68DAC9E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6481" cy="6858000"/>
          </a:xfrm>
        </p:spPr>
      </p:pic>
    </p:spTree>
    <p:extLst>
      <p:ext uri="{BB962C8B-B14F-4D97-AF65-F5344CB8AC3E}">
        <p14:creationId xmlns:p14="http://schemas.microsoft.com/office/powerpoint/2010/main" val="41305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Marwan</dc:creator>
  <cp:lastModifiedBy>Marwan</cp:lastModifiedBy>
  <cp:revision>1</cp:revision>
  <dcterms:created xsi:type="dcterms:W3CDTF">2026-02-20T23:40:37Z</dcterms:created>
  <dcterms:modified xsi:type="dcterms:W3CDTF">2026-02-20T23:40:47Z</dcterms:modified>
</cp:coreProperties>
</file>